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D13EF-0439-004F-7008-3601891B84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ED227-615C-9A18-5446-224FCF3AD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EFF8E-7274-2562-1CD2-3DF3750F0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45BAC-B375-4635-9057-5DC33266282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40BE9-7C67-A2B6-30B2-3A5781F55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3792E-1D52-EF17-CF9B-00DF57E12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1F366-2CF1-49DF-9B2D-58B08298B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509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BAED7-7EA3-9C05-E4A8-302FB4FD7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B3E0F-E9A3-C62A-1ED9-CB7E6D614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0BC81-0F3E-62B9-C970-C3127CFA1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45BAC-B375-4635-9057-5DC33266282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4C994-CBD6-D5EE-9578-9DAEF366A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A0810-ACEE-C284-24D3-AD0481C76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1F366-2CF1-49DF-9B2D-58B08298B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256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6E03D-B8DA-B9B8-CF5F-7DDCF0308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C91CD-5D2C-BCD7-3982-96022982B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AD827-3A5E-BD5B-B6FF-D6EF15EC5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45BAC-B375-4635-9057-5DC33266282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FD4B4-AC87-0C8F-DCE8-30AA377BD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F5C63-B1AC-D63B-EA09-F8314E8BA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1F366-2CF1-49DF-9B2D-58B08298B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883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AECF4-8B3E-943A-2723-8EC2DF600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004E0-9418-295C-AF18-B2A03BB959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083F24-16BD-D472-0877-49E0559B6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493FC-F83A-92BB-AA96-A48D98E91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45BAC-B375-4635-9057-5DC33266282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00DB1-F8D9-5521-06DD-4AD74C185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C98E4-9A1F-4A38-71B6-755C67468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1F366-2CF1-49DF-9B2D-58B08298B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21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6CEEF-9018-B1DA-ED0D-4FD7E2849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0E531-D37D-BF45-DD82-A7C1CD27C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EBF0B-853B-B9C2-F936-6E13F745A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685914-56A6-609B-A3BC-695D54BED0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C07D3F-7F3D-DEE0-4CC1-AFF8A28D64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E2EB9F-F6C9-35ED-83BC-9EBCB9B3B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45BAC-B375-4635-9057-5DC33266282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43C19F-4357-0FEA-1F0F-E0AD2CF50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849EC7-8A33-B1BE-B323-4A7356E3F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1F366-2CF1-49DF-9B2D-58B08298B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52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EECA5-B3D0-F40B-42C5-347C7BCB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5778A2-2CF8-C215-4C64-14D8C9770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45BAC-B375-4635-9057-5DC33266282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2A71B-B40A-3117-B532-8D2C11B1F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81E99-AF15-392C-6AB6-E7A68A041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1F366-2CF1-49DF-9B2D-58B08298B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697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E6DB5E-4911-9685-7DAB-C66E2C11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45BAC-B375-4635-9057-5DC33266282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B2DD63-7A8B-0C16-0115-037690834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B6DD0-BA59-EE0B-08D0-F59D62130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1F366-2CF1-49DF-9B2D-58B08298B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977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F08A0-B1E9-37F9-F105-DD6152B93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98E9D-43F1-56DF-2046-BF7E22D23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D58227-D33C-C0F4-74AC-760255398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E31D5-2938-09F9-4174-BC4641C2A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45BAC-B375-4635-9057-5DC33266282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EE3D2-5069-A076-D616-290A3ECE3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67E2D-1F6C-AE36-BAF6-BF21BC4A4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1F366-2CF1-49DF-9B2D-58B08298B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427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B819B-5B2B-6E15-7C1B-E6D79EB3F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E6367-5F93-EA56-BEFA-3896A6A2B4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03593E-3B49-30B8-6C4F-C06D41571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61B4E-4EF9-0A68-BDB4-300803FD5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45BAC-B375-4635-9057-5DC33266282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AB8DA-BF23-577B-8694-91C86506C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F59F5-CD1A-7F0D-C827-5995ADED3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1F366-2CF1-49DF-9B2D-58B08298B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094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CE9C4-B2C1-4EF4-E294-90B8DB44A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424A2F-7DAA-AEC6-0E1D-766296430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36F84-8C15-035F-F62A-883547523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45BAC-B375-4635-9057-5DC33266282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A909D-B456-9321-BFB4-B09EBC55F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CF985-97C0-683E-5F2E-F1615CA0A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1F366-2CF1-49DF-9B2D-58B08298B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457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45C850-2D28-727C-A513-2E9FAA71F4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5EDF85-CD7C-3BF3-551A-744491E19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E7E5F-D6C3-E3DA-24BF-D9111823C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45BAC-B375-4635-9057-5DC33266282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CAD7C-2515-33AA-FDBA-DA6196EDF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B0023-0C15-7991-1902-9C37910CE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1F366-2CF1-49DF-9B2D-58B08298B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595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B2692-1D32-0324-6909-45CBC15DC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2B89F-4438-86AF-85DD-D8EB7177C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8C310-93C8-E530-081B-8C5DD0F193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45BAC-B375-4635-9057-5DC33266282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B36B3-3A1F-1CDD-66D8-EA7E6F207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7A150-3CAD-7633-FF15-F6BA61BF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1F366-2CF1-49DF-9B2D-58B08298B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229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E5FB60D-40CC-C88B-4653-36B62D37B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37226"/>
            <a:ext cx="8190271" cy="1139058"/>
          </a:xfrm>
        </p:spPr>
        <p:txBody>
          <a:bodyPr/>
          <a:lstStyle/>
          <a:p>
            <a:r>
              <a:rPr lang="en-IN" dirty="0"/>
              <a:t>Task 1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98DAD297-0A2F-F492-7F3E-6E3B2BFA39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9806" y="2190136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Task: Data Cleaning and Preprocessing</a:t>
            </a:r>
          </a:p>
          <a:p>
            <a:r>
              <a:rPr lang="en-US" dirty="0"/>
              <a:t>Objective: Clean and prepare a raw dataset (with nulls, duplicates, inconsistent formats). Tools: Excel / Python (Pandas)</a:t>
            </a:r>
          </a:p>
          <a:p>
            <a:endParaRPr lang="en-US" dirty="0"/>
          </a:p>
          <a:p>
            <a:r>
              <a:rPr lang="en-US" dirty="0"/>
              <a:t>Dataset Used: Netflix Movies and TV Shows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3180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A88CF-DAA5-F3DB-3CE0-F1D1CF1AA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A4623B-E163-78F3-65B6-390500F9AD58}"/>
              </a:ext>
            </a:extLst>
          </p:cNvPr>
          <p:cNvSpPr txBox="1"/>
          <p:nvPr/>
        </p:nvSpPr>
        <p:spPr>
          <a:xfrm>
            <a:off x="914399" y="786581"/>
            <a:ext cx="100485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Identified Missing values using filters and conditional formatting.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Missing values were found in director, cast, country, date, rating and duration columns.</a:t>
            </a:r>
          </a:p>
          <a:p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B25308B-7069-45D3-594C-EB9505D196EA}"/>
              </a:ext>
            </a:extLst>
          </p:cNvPr>
          <p:cNvGrpSpPr/>
          <p:nvPr/>
        </p:nvGrpSpPr>
        <p:grpSpPr>
          <a:xfrm>
            <a:off x="993057" y="2132698"/>
            <a:ext cx="9584873" cy="4597179"/>
            <a:chOff x="747252" y="1356852"/>
            <a:chExt cx="9752020" cy="495023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EB33F08-7A3E-F010-E291-B4442A443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7252" y="1356852"/>
              <a:ext cx="9752020" cy="4950238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2F246D4-B22E-A1CD-C58F-3A569EAF5E22}"/>
                </a:ext>
              </a:extLst>
            </p:cNvPr>
            <p:cNvSpPr/>
            <p:nvPr/>
          </p:nvSpPr>
          <p:spPr>
            <a:xfrm>
              <a:off x="4955458" y="1553497"/>
              <a:ext cx="324465" cy="54077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CBAA589-0D20-B51B-B356-8845F074D84C}"/>
                </a:ext>
              </a:extLst>
            </p:cNvPr>
            <p:cNvSpPr/>
            <p:nvPr/>
          </p:nvSpPr>
          <p:spPr>
            <a:xfrm>
              <a:off x="3200400" y="2554131"/>
              <a:ext cx="1322439" cy="16940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55650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403A8-8ECE-2390-BF9C-59CC3C3E8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0A841B-614F-55EF-555A-726B97D87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67" y="1289674"/>
            <a:ext cx="10373032" cy="52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531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468D9-62B6-5B19-943F-8D53786F0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AABCC7-3B82-19B5-8EE9-6FE8D6879207}"/>
              </a:ext>
            </a:extLst>
          </p:cNvPr>
          <p:cNvSpPr txBox="1"/>
          <p:nvPr/>
        </p:nvSpPr>
        <p:spPr>
          <a:xfrm>
            <a:off x="884902" y="786581"/>
            <a:ext cx="10048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Used Conditional formatting to check null values visually: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352306-56C4-ABCA-1FCB-CD96476B0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22" y="1363840"/>
            <a:ext cx="9517626" cy="479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986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6C6B5-BD7D-2729-E3D7-539A68F34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CAB9D1-E4C3-B42A-0B16-8F3BB8BC34BA}"/>
              </a:ext>
            </a:extLst>
          </p:cNvPr>
          <p:cNvSpPr txBox="1"/>
          <p:nvPr/>
        </p:nvSpPr>
        <p:spPr>
          <a:xfrm>
            <a:off x="914399" y="786581"/>
            <a:ext cx="10048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B393EB-CF70-9C5E-E01F-A339D4FC3A33}"/>
              </a:ext>
            </a:extLst>
          </p:cNvPr>
          <p:cNvSpPr txBox="1"/>
          <p:nvPr/>
        </p:nvSpPr>
        <p:spPr>
          <a:xfrm>
            <a:off x="766915" y="501445"/>
            <a:ext cx="112186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Handling Missing Values:</a:t>
            </a:r>
          </a:p>
          <a:p>
            <a:r>
              <a:rPr lang="en-IN" dirty="0"/>
              <a:t>1)Director column: Filled blank values with word “Unknown” by using special blank method</a:t>
            </a:r>
          </a:p>
          <a:p>
            <a:r>
              <a:rPr lang="en-IN" dirty="0"/>
              <a:t>2)Cast column: Filled blank values with word “No Cast Listed” by using special blank method</a:t>
            </a:r>
          </a:p>
          <a:p>
            <a:r>
              <a:rPr lang="en-IN" dirty="0"/>
              <a:t>3)country: Populated the blank values with max country names that is United States(imputed with mode value see SS below)</a:t>
            </a:r>
          </a:p>
          <a:p>
            <a:r>
              <a:rPr lang="en-IN" dirty="0"/>
              <a:t>4)Also eliminated rows for date, duration and rating as they were blank.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E5DF2F-986E-3029-730D-97AAC0932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480" y="2247634"/>
            <a:ext cx="7899520" cy="34363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A35D30-3C50-16A2-F58B-78DCCE04F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71" y="2817906"/>
            <a:ext cx="7300242" cy="366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052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97013-EDA4-409C-66A7-C1CB48AEC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893D01-853F-AAF7-A09D-6BAB565CDA0A}"/>
              </a:ext>
            </a:extLst>
          </p:cNvPr>
          <p:cNvSpPr txBox="1"/>
          <p:nvPr/>
        </p:nvSpPr>
        <p:spPr>
          <a:xfrm>
            <a:off x="914399" y="786581"/>
            <a:ext cx="100485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Removed duplicate values using “Remove duplicate function in Excel”.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C96D6E-9D01-6CE0-80EC-76C0142C6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1378116"/>
            <a:ext cx="9780205" cy="476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127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72E34-4E8A-9800-B8A4-F42D6EBFB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26FDA0-27DE-8EE9-4FC8-0E1A990596B5}"/>
              </a:ext>
            </a:extLst>
          </p:cNvPr>
          <p:cNvSpPr txBox="1"/>
          <p:nvPr/>
        </p:nvSpPr>
        <p:spPr>
          <a:xfrm>
            <a:off x="599769" y="590935"/>
            <a:ext cx="10048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Converted Date data type to Date</a:t>
            </a:r>
          </a:p>
          <a:p>
            <a:r>
              <a:rPr lang="en-US" dirty="0" err="1"/>
              <a:t>Release_year</a:t>
            </a:r>
            <a:r>
              <a:rPr lang="en-US" dirty="0"/>
              <a:t> to whole number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8AD08C-77E6-A421-E9FF-1BBE8464F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20" y="1237266"/>
            <a:ext cx="10225548" cy="545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163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42F2E-71DD-5FF2-C1F4-FBC81EB35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607949-01B6-72C6-CB5B-022EFB9B66F8}"/>
              </a:ext>
            </a:extLst>
          </p:cNvPr>
          <p:cNvSpPr txBox="1"/>
          <p:nvPr/>
        </p:nvSpPr>
        <p:spPr>
          <a:xfrm>
            <a:off x="599769" y="590935"/>
            <a:ext cx="10048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Added a conditional column for Duration to separate values measured in minutes, enabling accurate analysis of duration distribution.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D478AF-6EBD-5D61-FDB3-B39CECCA5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55" y="936747"/>
            <a:ext cx="1615580" cy="59212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60A70F-42DF-DD91-F74E-FC25CE174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69" y="1871667"/>
            <a:ext cx="8733277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298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CEED9-B4EF-1BE3-A559-3402162D4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B1CD6B-529C-7AA8-097C-B955CB87E957}"/>
              </a:ext>
            </a:extLst>
          </p:cNvPr>
          <p:cNvSpPr txBox="1"/>
          <p:nvPr/>
        </p:nvSpPr>
        <p:spPr>
          <a:xfrm>
            <a:off x="599769" y="590935"/>
            <a:ext cx="10048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Split comma-separated values into a separate table to improve analysis and create clearer category-wise visuals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F96586-883A-6033-D153-CF0A3CC40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69" y="1365587"/>
            <a:ext cx="11367635" cy="490147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9050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3F9FF-6F75-04C2-3BE1-C89CEF75B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0586C2-02AC-40F0-8295-DDFE9929BBA6}"/>
              </a:ext>
            </a:extLst>
          </p:cNvPr>
          <p:cNvSpPr txBox="1"/>
          <p:nvPr/>
        </p:nvSpPr>
        <p:spPr>
          <a:xfrm>
            <a:off x="599769" y="590935"/>
            <a:ext cx="10048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Used description column, trimmed it first and converted to lower case and added a conditional column to include murder series as shown below: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786A7C-6E60-F9B5-528E-1AA4F75D9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148" y="1550759"/>
            <a:ext cx="9417852" cy="47040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AA7093-6D72-FA21-66C6-AAF9B7698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57" y="3206844"/>
            <a:ext cx="6467419" cy="30602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9789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243</Words>
  <Application>Microsoft Office PowerPoint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Task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sangmesh hadapad</dc:creator>
  <cp:lastModifiedBy>sangmesh hadapad</cp:lastModifiedBy>
  <cp:revision>5</cp:revision>
  <dcterms:created xsi:type="dcterms:W3CDTF">2026-01-21T08:14:58Z</dcterms:created>
  <dcterms:modified xsi:type="dcterms:W3CDTF">2026-02-12T12:42:07Z</dcterms:modified>
</cp:coreProperties>
</file>