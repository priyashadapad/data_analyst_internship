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86" r:id="rId7"/>
    <p:sldId id="287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0D7D-41CF-FD78-7C1A-A73D277D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EECBB-DFF5-3447-2091-635F9D655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E68FC-B10C-08EC-A741-1EC1411E9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7BA34-0659-45E7-77A4-D88E19581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9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D836B-9E8F-6BD4-39C7-97859071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39079-BD7A-8DF4-7BF7-178581B97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88A17-19A9-629B-09D6-9A6E5B095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E31EF-FE15-5BAF-3AC0-B70C2EF46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51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Financial Dashboard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IN" dirty="0"/>
              <a:t>Project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Objective: Analyze financial performance using interactive dashboards</a:t>
            </a:r>
          </a:p>
          <a:p>
            <a:pPr lvl="1"/>
            <a:r>
              <a:rPr lang="en-US" dirty="0"/>
              <a:t>Focus Areas: Sales, Profit, Profitability, Growth Trends</a:t>
            </a:r>
          </a:p>
          <a:p>
            <a:pPr lvl="1"/>
            <a:r>
              <a:rPr lang="en-US" dirty="0"/>
              <a:t>Dataset: Financial dataset (Country, Product, Discounts, Sales, Profit)</a:t>
            </a:r>
          </a:p>
          <a:p>
            <a:pPr lvl="1"/>
            <a:r>
              <a:rPr lang="en-US" dirty="0"/>
              <a:t>Tool Used: Power BI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A3629-EE9C-E7E3-9323-E601B36B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9BFDE-A3AE-DA06-DB0F-E4B21C710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0628" y="1371158"/>
            <a:ext cx="8177212" cy="5757351"/>
          </a:xfrm>
        </p:spPr>
        <p:txBody>
          <a:bodyPr>
            <a:noAutofit/>
          </a:bodyPr>
          <a:lstStyle/>
          <a:p>
            <a:pPr lvl="1"/>
            <a:r>
              <a:rPr lang="en-US" dirty="0"/>
              <a:t>KPIS: Provide an instant snapshot of overall business performance including sales, profit, cost, quantity, and margin.</a:t>
            </a:r>
          </a:p>
          <a:p>
            <a:pPr lvl="1"/>
            <a:r>
              <a:rPr lang="en-US" b="0" dirty="0"/>
              <a:t>Total Sales &amp; Profit by </a:t>
            </a:r>
            <a:r>
              <a:rPr lang="en-US" b="0" dirty="0" err="1"/>
              <a:t>Productwise</a:t>
            </a:r>
            <a:r>
              <a:rPr lang="en-US" dirty="0"/>
              <a:t>: </a:t>
            </a:r>
            <a:r>
              <a:rPr lang="en-US" b="0" dirty="0"/>
              <a:t>Compares product revenue and profitability to identify top-performing and underperforming products.</a:t>
            </a:r>
          </a:p>
          <a:p>
            <a:pPr lvl="1"/>
            <a:r>
              <a:rPr lang="en-US" b="0" dirty="0"/>
              <a:t>Total Quantity &amp; Profit by </a:t>
            </a:r>
            <a:r>
              <a:rPr lang="en-US" b="0" dirty="0" err="1"/>
              <a:t>Productwise</a:t>
            </a:r>
            <a:r>
              <a:rPr lang="en-US" dirty="0"/>
              <a:t>: </a:t>
            </a:r>
            <a:r>
              <a:rPr lang="en-US" b="0" dirty="0"/>
              <a:t>Shows the relationship between sales volume and profit across products.</a:t>
            </a:r>
          </a:p>
          <a:p>
            <a:pPr lvl="1"/>
            <a:r>
              <a:rPr lang="en-US" b="0" dirty="0"/>
              <a:t>Total Sales by Segment (Pie Chart): Displays how different customer segments contribute to total sales.</a:t>
            </a:r>
          </a:p>
          <a:p>
            <a:pPr lvl="1"/>
            <a:r>
              <a:rPr lang="en-US" b="0" dirty="0"/>
              <a:t>Sales by Country (Bar Chart):Highlights revenue distribution and performance differences across countries.</a:t>
            </a:r>
          </a:p>
          <a:p>
            <a:pPr lvl="1"/>
            <a:r>
              <a:rPr lang="en-US" b="0" dirty="0"/>
              <a:t>Sales Trend by Month (Line Chart): Reveals monthly sales patterns, peaks, and seasonal fluctuations.</a:t>
            </a:r>
          </a:p>
          <a:p>
            <a:pPr lvl="1"/>
            <a:r>
              <a:rPr lang="en-US" b="0" dirty="0"/>
              <a:t>Profit by Year: Shows yearly profitability performance to evaluate business growth</a:t>
            </a:r>
            <a:r>
              <a:rPr lang="en-US" dirty="0"/>
              <a:t>.</a:t>
            </a:r>
            <a:endParaRPr lang="en-US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5E7910B-F577-A367-DA60-D77C8941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8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97D9E-35AF-7C0E-5CA2-F6B46845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D9C80-1890-2924-0DB1-2DABDD233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1588" y="1493078"/>
            <a:ext cx="7882572" cy="5757351"/>
          </a:xfrm>
        </p:spPr>
        <p:txBody>
          <a:bodyPr>
            <a:noAutofit/>
          </a:bodyPr>
          <a:lstStyle/>
          <a:p>
            <a:pPr lvl="1"/>
            <a:r>
              <a:rPr lang="en-US" b="0" dirty="0"/>
              <a:t>Sales by Product (Bar Chart): Ranks products based on total sales contribution.</a:t>
            </a:r>
          </a:p>
          <a:p>
            <a:pPr lvl="1"/>
            <a:r>
              <a:rPr lang="en-US" b="0" dirty="0"/>
              <a:t>Profit by Product (Bar Chart</a:t>
            </a:r>
            <a:r>
              <a:rPr lang="en-US" dirty="0"/>
              <a:t>): </a:t>
            </a:r>
            <a:r>
              <a:rPr lang="en-US" b="0" dirty="0"/>
              <a:t>Compares product profitability to identify high-margin offerings.</a:t>
            </a:r>
          </a:p>
          <a:p>
            <a:pPr lvl="1"/>
            <a:r>
              <a:rPr lang="en-US" b="0" dirty="0"/>
              <a:t>Sales &amp; Profit by Discount Band: Analyzes how discount strategies affect revenue and profitability.</a:t>
            </a:r>
          </a:p>
          <a:p>
            <a:pPr lvl="1"/>
            <a:r>
              <a:rPr lang="en-US" b="0" dirty="0"/>
              <a:t>Units Sold by Country (Map): Visualizes geographic distribution of sales volume.</a:t>
            </a:r>
          </a:p>
          <a:p>
            <a:pPr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59D73EA-C038-DF33-3E71-862E0395D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79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479436"/>
            <a:ext cx="6606540" cy="3234264"/>
          </a:xfrm>
        </p:spPr>
        <p:txBody>
          <a:bodyPr>
            <a:normAutofit/>
          </a:bodyPr>
          <a:lstStyle/>
          <a:p>
            <a:r>
              <a:rPr lang="en-US" dirty="0"/>
              <a:t>The dashboard provides a comprehensive view of sales, profit, and profitability across products, segments, countries, and time, enabling data-driven decisions and performance optimization.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19</TotalTime>
  <Words>268</Words>
  <Application>Microsoft Office PowerPoint</Application>
  <PresentationFormat>Widescreen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Tenorite</vt:lpstr>
      <vt:lpstr>Custom</vt:lpstr>
      <vt:lpstr>Financial Dashboard</vt:lpstr>
      <vt:lpstr>Project Overview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sangmesh hadapad</dc:creator>
  <cp:lastModifiedBy>sangmesh hadapad</cp:lastModifiedBy>
  <cp:revision>1</cp:revision>
  <dcterms:created xsi:type="dcterms:W3CDTF">2026-02-17T12:17:07Z</dcterms:created>
  <dcterms:modified xsi:type="dcterms:W3CDTF">2026-02-17T12:36:55Z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